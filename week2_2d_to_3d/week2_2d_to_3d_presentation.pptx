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1e1520e41c426f" /><Relationship Type="http://schemas.openxmlformats.org/officeDocument/2006/relationships/extended-properties" Target="/docProps/app.xml" Id="R6c4f783b9e6f4b5d" /><Relationship Type="http://schemas.openxmlformats.org/officeDocument/2006/relationships/officeDocument" Target="/ppt/presentation.xml" Id="R0e0696a4a0bb46d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96a8a420104f84"/>
  </p:sldMasterIdLst>
  <p:notesMasterIdLst>
    <p:notesMasterId xmlns:r="http://schemas.openxmlformats.org/officeDocument/2006/relationships" r:id="R67a0a857f6da49a2"/>
  </p:notesMasterIdLst>
  <p:sldIdLst>
    <p:sldId xmlns:r="http://schemas.openxmlformats.org/officeDocument/2006/relationships" id="256" r:id="R33c862040e194c8e"/>
    <p:sldId xmlns:r="http://schemas.openxmlformats.org/officeDocument/2006/relationships" id="257" r:id="R54bb4280fee64988"/>
    <p:sldId xmlns:r="http://schemas.openxmlformats.org/officeDocument/2006/relationships" id="258" r:id="R31a14b41872e47cf"/>
    <p:sldId xmlns:r="http://schemas.openxmlformats.org/officeDocument/2006/relationships" id="259" r:id="R0afa1e325dc1492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774f3dbeae4d9e" /><Relationship Type="http://schemas.openxmlformats.org/officeDocument/2006/relationships/slideMaster" Target="/ppt/slideMasters/slideMaster1.xml" Id="Rc796a8a420104f84" /><Relationship Type="http://schemas.openxmlformats.org/officeDocument/2006/relationships/notesMaster" Target="/ppt/notesMasters/notesMaster1.xml" Id="R67a0a857f6da49a2" /><Relationship Type="http://schemas.openxmlformats.org/officeDocument/2006/relationships/presProps" Target="/ppt/presProps.xml" Id="Rdac6e5b1fcb541fe" /><Relationship Type="http://schemas.openxmlformats.org/officeDocument/2006/relationships/tableStyles" Target="/ppt/tableStyles.xml" Id="R14f8f342f42f410b" /><Relationship Type="http://schemas.openxmlformats.org/officeDocument/2006/relationships/slide" Target="/ppt/slides/slide1.xml" Id="R33c862040e194c8e" /><Relationship Type="http://schemas.openxmlformats.org/officeDocument/2006/relationships/slide" Target="/ppt/slides/slide2.xml" Id="R54bb4280fee64988" /><Relationship Type="http://schemas.openxmlformats.org/officeDocument/2006/relationships/slide" Target="/ppt/slides/slide3.xml" Id="R31a14b41872e47cf" /><Relationship Type="http://schemas.openxmlformats.org/officeDocument/2006/relationships/slide" Target="/ppt/slides/slide4.xml" Id="R0afa1e325dc149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173b2c839546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124b479c57489a" /><Relationship Type="http://schemas.openxmlformats.org/officeDocument/2006/relationships/notesMaster" Target="/ppt/notesMasters/notesMaster1.xml" Id="R02778ec8364e4f7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23a5cebbd64cb3" /><Relationship Type="http://schemas.openxmlformats.org/officeDocument/2006/relationships/notesMaster" Target="/ppt/notesMasters/notesMaster1.xml" Id="R96feffd25b8941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3b5b057cec4561" /><Relationship Type="http://schemas.openxmlformats.org/officeDocument/2006/relationships/notesMaster" Target="/ppt/notesMasters/notesMaster1.xml" Id="Rf47fef77aa2d42c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df57e0494240b8" /><Relationship Type="http://schemas.openxmlformats.org/officeDocument/2006/relationships/notesMaster" Target="/ppt/notesMasters/notesMaster1.xml" Id="R03a0e425aaa848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396f6673d34c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54621d12264153" /><Relationship Type="http://schemas.openxmlformats.org/officeDocument/2006/relationships/slideLayout" Target="/ppt/slideLayouts/slideLayout1.xml" Id="Rad7543bf23f94d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7543bf23f94d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7bf9b63654dd5" /><Relationship Type="http://schemas.openxmlformats.org/officeDocument/2006/relationships/image" Target="/ppt/media/image.png" Id="R7219e2e348884523" /><Relationship Type="http://schemas.openxmlformats.org/officeDocument/2006/relationships/notesSlide" Target="/ppt/notesSlides/notesSlide1.xml" Id="R3b6460544a054e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b21ce360a418b" /><Relationship Type="http://schemas.openxmlformats.org/officeDocument/2006/relationships/image" Target="/ppt/media/image2.png" Id="Rc9099fdebc454437" /><Relationship Type="http://schemas.openxmlformats.org/officeDocument/2006/relationships/image" Target="/ppt/media/image3.png" Id="Rf192d93467784e4a" /><Relationship Type="http://schemas.openxmlformats.org/officeDocument/2006/relationships/image" Target="/ppt/media/image4.png" Id="R7115a305b16e48ef" /><Relationship Type="http://schemas.openxmlformats.org/officeDocument/2006/relationships/notesSlide" Target="/ppt/notesSlides/notesSlide2.xml" Id="R746289f9ad7c44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ed28a09264282" /><Relationship Type="http://schemas.openxmlformats.org/officeDocument/2006/relationships/notesSlide" Target="/ppt/notesSlides/notesSlide3.xml" Id="R58283108aec247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2a8f94bcd84289" /><Relationship Type="http://schemas.openxmlformats.org/officeDocument/2006/relationships/image" Target="/ppt/media/image5.png" Id="R18e34500f1ff43cd" /><Relationship Type="http://schemas.openxmlformats.org/officeDocument/2006/relationships/image" Target="/ppt/media/image6.png" Id="Ra3be957a604d41ea" /><Relationship Type="http://schemas.openxmlformats.org/officeDocument/2006/relationships/notesSlide" Target="/ppt/notesSlides/notesSlide4.xml" Id="Ra726ffcab9b8433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D66EE7-00CA-4F26-9064-B38BAB946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"/>
            <a:ext cx="723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62E31-6E01-4C7F-B8B7-DA6C5517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CV BOOTCAMP · WEEK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17E791-51C3-48F9-9457-FF22769E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43050"/>
            <a:ext cx="533400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2D 이미지에서
3D 구조까지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22D1BE-9983-4AE7-8691-2B1909923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48050"/>
            <a:ext cx="5048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Unit Test 구성 및 가상 Depth Map 기반 Point Cloud 변환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C506F-D50F-4888-8D82-3A4AC582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0"/>
            <a:ext cx="4762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OpenCV · NumPy · pytest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F3D67-26A7-4214-8948-AA9629F6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4350"/>
            <a:ext cx="561975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F97A6-3A58-4A8A-8341-5CC0D47DE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9e2e348884523"/>
          <a:stretch xmlns:a="http://schemas.openxmlformats.org/drawingml/2006/main"/>
        </p:blipFill>
        <p:spPr>
          <a:xfrm xmlns:a="http://schemas.openxmlformats.org/drawingml/2006/main">
            <a:off x="6343650" y="1283494"/>
            <a:ext cx="5314950" cy="39862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343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5699A-D6CB-4632-B9B6-C1BAD868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144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명암을 가상 깊이로 바꿔 XYZ 좌표를 만들었다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B20E6-DBBE-4416-B6A0-5D606EB6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01  원본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5B547-D403-4FF0-98A3-C80F25CB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52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02  Depth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2EBDA-8BC0-47BF-802F-F28580A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525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03  Point Cloud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AD2D83-2282-4815-A364-6C541B1D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7551C-1AEA-41F0-8B78-AAEDEB8C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00A86-887A-4DA9-999C-B23CBA3D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14500"/>
            <a:ext cx="3429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85ECF-C96E-4B6C-BE67-F5BFB366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43500"/>
            <a:ext cx="342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BGR 입력 이미지
224 × 224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18B6E-0CC7-4292-8FF1-C9FF85CE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43500"/>
            <a:ext cx="342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Grayscale → Blur → Normalize
밝기값을 Z축으로 사용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10829-BF14-4B02-9500-6B2BCE3F2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43500"/>
            <a:ext cx="3429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(X, Y, Z) 배열 생성
50,176 points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D7087C-169F-4F2C-98AE-C7F377E4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099fdebc454437"/>
          <a:stretch xmlns:a="http://schemas.openxmlformats.org/drawingml/2006/main"/>
        </p:blipFill>
        <p:spPr>
          <a:xfrm xmlns:a="http://schemas.openxmlformats.org/drawingml/2006/main">
            <a:off x="790575" y="1866900"/>
            <a:ext cx="2838450" cy="2838450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92d93467784e4a"/>
          <a:stretch xmlns:a="http://schemas.openxmlformats.org/drawingml/2006/main"/>
        </p:blipFill>
        <p:spPr>
          <a:xfrm xmlns:a="http://schemas.openxmlformats.org/drawingml/2006/main">
            <a:off x="4676775" y="1866900"/>
            <a:ext cx="2838450" cy="2838450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5a305b16e48ef"/>
          <a:stretch xmlns:a="http://schemas.openxmlformats.org/drawingml/2006/main"/>
        </p:blipFill>
        <p:spPr>
          <a:xfrm xmlns:a="http://schemas.openxmlformats.org/drawingml/2006/main">
            <a:off x="8420100" y="2114550"/>
            <a:ext cx="3124200" cy="2343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7693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EFDE57-C95E-4972-BC6B-54BCAD1C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144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4개 테스트로 입력부터 결과 저장까지 검증했다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1314AF-2BFC-4AAE-83C8-5FD6396EF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21920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pytest로 정상 입력·예외 처리·좌표 구성·결과 저장을 한 번에 검증했다.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7B7A75-EB07-4833-89E2-E5DDD047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336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3FF"/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63346A-66FF-4595-A114-973747F3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336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613B6-2947-4D95-B9CD-CEA6C6B5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33600"/>
            <a:ext cx="3429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0CCCE1-7013-43F4-A403-E08D596E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2857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4 /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88E2D2-1877-40BB-B54F-9984A730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43350"/>
            <a:ext cx="2857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PASSED
입력·예외·좌표·파일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8C4C93-A5E9-4946-AE51-444BC93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2857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224 × 224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C2BF0-5759-44DB-B4C4-B8D5348B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43350"/>
            <a:ext cx="2857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DEPTH MAP
uint8 · 0~255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3F1241-6CEC-4A90-9CAB-6365CEBF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67000"/>
            <a:ext cx="285750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50,176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323FC-8044-45CA-8000-83E4A236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43350"/>
            <a:ext cx="2857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POINTS
float32 · XYZ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1F9F0-BA48-4B4C-9885-9A13D09C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1500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실행 결과: 4 passed in 1.46s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C25CE8-06CD-4DEA-B185-B5A21C30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49591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744D0-BB91-4926-A76F-CBBB5EC14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11144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구조는 보이지만 실제 거리를 의미하지는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431AE-162B-4DA6-A80F-6048E9AA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4780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CF6155-631B-45E8-81E7-3F6F67C7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04950"/>
            <a:ext cx="457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D8DFF"/>
                </a:solidFill>
                <a:latin typeface="Malgun Gothic"/>
                <a:ea typeface="Malgun Gothic"/>
                <a:cs typeface="Malgun Gothic"/>
              </a:defRPr>
            </a:pPr>
            <a:r>
              <a:t>결론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2573D7-4CDB-4306-AE36-CC408F32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7170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✓  명암 경계가 Z축 높이 차이로 표현됨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ADAE4F-ECBA-47E3-B870-D760D2F6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87655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✓  Blur로 작은 밝기 노이즈를 완화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853F7-FAF3-4261-9224-BDADDC4D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8140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✓  테스트와 결과 파일을 재현 가능하게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DEA73-F7A1-4629-B729-DAD68F6E8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958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96F53-2F6E-4161-9F73-35DB4533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95800"/>
            <a:ext cx="428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Malgun Gothic"/>
                <a:ea typeface="Malgun Gothic"/>
                <a:cs typeface="Malgun Gothic"/>
              </a:defRPr>
            </a:pPr>
            <a:r>
              <a:t>한계와 개선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C9D41-CAEF-409B-A4A4-9185B953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14900"/>
            <a:ext cx="447675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현재 Z값은 픽셀 밝기 기반의 가상 깊이다. 실제 거리 추정이 필요하면 MiDaS 또는 Stereo Vision으로 교체한다.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3B0904-65F8-4F0B-9390-536DC132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81750"/>
            <a:ext cx="4572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670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e34500f1ff43cd"/>
          <a:stretch xmlns:a="http://schemas.openxmlformats.org/drawingml/2006/main"/>
        </p:blipFill>
        <p:spPr>
          <a:xfrm xmlns:a="http://schemas.openxmlformats.org/drawingml/2006/main">
            <a:off x="647700" y="2105025"/>
            <a:ext cx="2400300" cy="240030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be957a604d41ea"/>
          <a:stretch xmlns:a="http://schemas.openxmlformats.org/drawingml/2006/main"/>
        </p:blipFill>
        <p:spPr>
          <a:xfrm xmlns:a="http://schemas.openxmlformats.org/drawingml/2006/main">
            <a:off x="3200400" y="2376488"/>
            <a:ext cx="2476500" cy="1857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7756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2026-07-21T02:01:03.1380000Z</dcterms:created>
  <dcterms:modified xsi:type="dcterms:W3CDTF">2026-07-21T02:01:03.1390000Z</dcterms:modified>
</coreProperties>
</file>